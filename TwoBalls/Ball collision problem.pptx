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6B11-FD8C-BB33-E923-FFC3798C3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C5668-EAC0-CA25-40C9-5E68B13C8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C9EB8-8EA2-00CA-6A6B-6AFF389D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A0888-6CA5-05FE-CC68-C3D5E5B7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FD0FA-6212-0C96-B3A7-98EF7A63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9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E7F8-C471-39B9-5D55-54A47FD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9F58-3B6C-E051-EA39-8F18937B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FCA6-778E-6D02-3F0E-0BC91FA0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B75DE-7F8D-C14A-2C85-808469DE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2A486-344D-F62C-CBFA-6DB299EE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4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7FA3-3BBD-C3C6-841B-82520C0D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E8D6E-44D1-15C7-36EE-742FE0A3F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2FDDC-1E2C-125D-DBB7-829AC24E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E57B-E2EE-EEE1-891C-9B73421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614D-9C08-702C-20ED-9624B9B1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8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7811-49AF-D8DE-8821-2C12AE87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292B-400C-CC90-47C8-01EA372D0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31694-1684-39A1-F370-FAFED3A11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67675-52E2-224E-6890-DB55CB3F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D02FC-CE4B-117B-4897-8DCB3273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C3C5F-1B3A-8E98-59B7-B141D8CF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4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D128-2444-FC40-AB12-154C6DAF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A41BB-9661-7707-3B88-C0F17471B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6C4CF-3DE8-0FEA-959D-7CBA0FF94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33D31-A593-7EF9-3A33-0D64B360F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C8EFB-C45B-11BE-D79A-2D877D74D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C5793-C9FC-9F87-FC79-E6A85A45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EB182-00DF-D702-DA9C-7C6EF82C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409086-BA93-499B-FE33-F234ABB4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6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BCE9-DAE1-1953-7BFE-FB4F8CB8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C434C-F919-AB8C-C148-CB3A07FA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CDF10-FF87-6013-0D66-58F0E0E4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DE985-E2B3-1B4D-E18B-F6D12B6E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6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A2CB5-5E85-F8E6-A188-C0FCEA4E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EDC8E-0A68-1242-37BE-AB17D87E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9BC4-87D9-67C7-9CBF-72BF7315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7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B25F-B3C2-1AD1-4BA9-46298C17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A6AD6-C96B-FC4C-B863-7D18DE021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47F50-C628-7AE2-21C1-5469222DA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A37FD-B010-D7ED-BD17-C392F12B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BBB9C-B2DA-FCF7-D767-F34398B1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5A193-68ED-F2DB-C337-9BDBB561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2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C7B3-5480-9784-118F-86420164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0B171-DDD2-06BD-E20A-F026DEEB2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B821B-92DB-5426-B1AF-7DCE14369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D1693-1634-1E15-5CD5-CDBFDA72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55BBA-B14E-9DFF-CA84-B8CB9E10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78A4A-1A41-6144-435A-48F8400C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2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2F28-333C-8C87-E909-908348A1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329EC-5E4B-B54E-7375-993B2B6AC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55BA0-0065-E82A-4AE9-11C1C904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AC8EB-1F4E-5B5E-5498-9F01E944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D521E-64BF-8081-FFB6-5A2CD8E3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7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7388D-5DB6-8892-CCFA-23F9815DC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DEE60-11B8-FE50-5B6F-DA2808148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D7533-5B40-C7CD-D6D6-FC8686BB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EF94-D7F8-D0FC-1CA9-9CC786CC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C98D1-CE0D-66C0-DB29-C4044E7E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3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F08CAE-D3CD-7EAA-447D-F0760422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0A4BE-3A3D-429B-6BB4-02C747F5E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ACD5A-E6E4-7B4F-64ED-EAFFFFFFF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7EAB3-59C9-424D-89C1-E98035A6492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D2F02-29F9-7DEB-230B-56EF2AF83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D8A60-474D-90AC-F096-C55BAC0AE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17EB7-C0C4-412E-9A6C-2F9E4195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088B-FE2D-B427-B487-A2DFCEBF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Ball collision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B6CB8-658D-2341-4C07-584CD4D5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5" y="1690688"/>
            <a:ext cx="5099054" cy="4841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3182B8-D6D0-4277-3226-60A8AD4BC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299" y="2241387"/>
            <a:ext cx="5925826" cy="39139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0F221E-4DC9-22FA-B321-19E16E2DDDDD}"/>
              </a:ext>
            </a:extLst>
          </p:cNvPr>
          <p:cNvSpPr txBox="1"/>
          <p:nvPr/>
        </p:nvSpPr>
        <p:spPr>
          <a:xfrm>
            <a:off x="4758813" y="3429000"/>
            <a:ext cx="65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(kPa)</a:t>
            </a:r>
          </a:p>
        </p:txBody>
      </p:sp>
    </p:spTree>
    <p:extLst>
      <p:ext uri="{BB962C8B-B14F-4D97-AF65-F5344CB8AC3E}">
        <p14:creationId xmlns:p14="http://schemas.microsoft.com/office/powerpoint/2010/main" val="269522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Ball collision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 collision problem</dc:title>
  <dc:creator>Alsardi, Abdelrahman Munther Kh</dc:creator>
  <cp:lastModifiedBy>Alsardi, Abdelrahman Munther Kh</cp:lastModifiedBy>
  <cp:revision>1</cp:revision>
  <dcterms:created xsi:type="dcterms:W3CDTF">2024-07-10T22:47:45Z</dcterms:created>
  <dcterms:modified xsi:type="dcterms:W3CDTF">2024-07-10T22:54:56Z</dcterms:modified>
</cp:coreProperties>
</file>