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57" r:id="rId2"/>
    <p:sldId id="258" r:id="rId3"/>
    <p:sldId id="260" r:id="rId4"/>
    <p:sldId id="259" r:id="rId5"/>
  </p:sldIdLst>
  <p:sldSz cx="11887200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91" userDrawn="1">
          <p15:clr>
            <a:srgbClr val="A4A3A4"/>
          </p15:clr>
        </p15:guide>
        <p15:guide id="2" pos="3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26" y="576"/>
      </p:cViewPr>
      <p:guideLst>
        <p:guide orient="horz" pos="2391"/>
        <p:guide pos="39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6E435-9340-4C0C-B78B-E5F3D327B09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063" y="1143000"/>
            <a:ext cx="6365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F452E-6952-47F2-AACC-19C12A731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CF452E-6952-47F2-AACC-19C12A731E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3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900" y="942837"/>
            <a:ext cx="8915400" cy="2005695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025879"/>
            <a:ext cx="8915400" cy="1390917"/>
          </a:xfrm>
        </p:spPr>
        <p:txBody>
          <a:bodyPr/>
          <a:lstStyle>
            <a:lvl1pPr marL="0" indent="0" algn="ctr">
              <a:buNone/>
              <a:defRPr sz="2016"/>
            </a:lvl1pPr>
            <a:lvl2pPr marL="384048" indent="0" algn="ctr">
              <a:buNone/>
              <a:defRPr sz="1680"/>
            </a:lvl2pPr>
            <a:lvl3pPr marL="768096" indent="0" algn="ctr">
              <a:buNone/>
              <a:defRPr sz="1512"/>
            </a:lvl3pPr>
            <a:lvl4pPr marL="1152144" indent="0" algn="ctr">
              <a:buNone/>
              <a:defRPr sz="1344"/>
            </a:lvl4pPr>
            <a:lvl5pPr marL="1536192" indent="0" algn="ctr">
              <a:buNone/>
              <a:defRPr sz="1344"/>
            </a:lvl5pPr>
            <a:lvl6pPr marL="1920240" indent="0" algn="ctr">
              <a:buNone/>
              <a:defRPr sz="1344"/>
            </a:lvl6pPr>
            <a:lvl7pPr marL="2304288" indent="0" algn="ctr">
              <a:buNone/>
              <a:defRPr sz="1344"/>
            </a:lvl7pPr>
            <a:lvl8pPr marL="2688336" indent="0" algn="ctr">
              <a:buNone/>
              <a:defRPr sz="1344"/>
            </a:lvl8pPr>
            <a:lvl9pPr marL="3072384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6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2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4" y="1436260"/>
            <a:ext cx="10252710" cy="2396431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4" y="3855362"/>
            <a:ext cx="10252710" cy="1260227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40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809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214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619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2024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4288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833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238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8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1533609"/>
            <a:ext cx="505206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1533609"/>
            <a:ext cx="505206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3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3" y="306723"/>
            <a:ext cx="10252710" cy="1113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4" y="1412255"/>
            <a:ext cx="5028842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4" y="2104379"/>
            <a:ext cx="5028842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5" y="1412255"/>
            <a:ext cx="5053608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5" y="2104379"/>
            <a:ext cx="5053608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9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84069"/>
            <a:ext cx="383393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08" y="829483"/>
            <a:ext cx="6017895" cy="4094071"/>
          </a:xfrm>
        </p:spPr>
        <p:txBody>
          <a:bodyPr/>
          <a:lstStyle>
            <a:lvl1pPr>
              <a:defRPr sz="2688"/>
            </a:lvl1pPr>
            <a:lvl2pPr>
              <a:defRPr sz="2352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28311"/>
            <a:ext cx="383393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8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84069"/>
            <a:ext cx="383393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08" y="829483"/>
            <a:ext cx="6017895" cy="4094071"/>
          </a:xfrm>
        </p:spPr>
        <p:txBody>
          <a:bodyPr anchor="t"/>
          <a:lstStyle>
            <a:lvl1pPr marL="0" indent="0">
              <a:buNone/>
              <a:defRPr sz="2688"/>
            </a:lvl1pPr>
            <a:lvl2pPr marL="384048" indent="0">
              <a:buNone/>
              <a:defRPr sz="2352"/>
            </a:lvl2pPr>
            <a:lvl3pPr marL="768096" indent="0">
              <a:buNone/>
              <a:defRPr sz="2016"/>
            </a:lvl3pPr>
            <a:lvl4pPr marL="1152144" indent="0">
              <a:buNone/>
              <a:defRPr sz="1680"/>
            </a:lvl4pPr>
            <a:lvl5pPr marL="1536192" indent="0">
              <a:buNone/>
              <a:defRPr sz="1680"/>
            </a:lvl5pPr>
            <a:lvl6pPr marL="1920240" indent="0">
              <a:buNone/>
              <a:defRPr sz="1680"/>
            </a:lvl6pPr>
            <a:lvl7pPr marL="2304288" indent="0">
              <a:buNone/>
              <a:defRPr sz="1680"/>
            </a:lvl7pPr>
            <a:lvl8pPr marL="2688336" indent="0">
              <a:buNone/>
              <a:defRPr sz="1680"/>
            </a:lvl8pPr>
            <a:lvl9pPr marL="3072384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28311"/>
            <a:ext cx="383393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6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89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77" y="306722"/>
            <a:ext cx="2563178" cy="4882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306722"/>
            <a:ext cx="7540943" cy="4882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306723"/>
            <a:ext cx="10252710" cy="1113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1533609"/>
            <a:ext cx="10252710" cy="3655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5339629"/>
            <a:ext cx="26746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5339629"/>
            <a:ext cx="401193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5339629"/>
            <a:ext cx="26746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8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68096" rtl="0" eaLnBrk="1" latinLnBrk="0" hangingPunct="1">
        <a:lnSpc>
          <a:spcPct val="90000"/>
        </a:lnSpc>
        <a:spcBef>
          <a:spcPct val="0"/>
        </a:spcBef>
        <a:buNone/>
        <a:defRPr sz="3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024" indent="-192024" algn="l" defTabSz="768096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2264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631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440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428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238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3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43E32C-704E-1381-C520-10D8A0BEA1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91" b="4033"/>
          <a:stretch/>
        </p:blipFill>
        <p:spPr>
          <a:xfrm>
            <a:off x="5946582" y="3448751"/>
            <a:ext cx="5823940" cy="2220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4C919-62AC-C701-A493-23AEFA2F32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1" t="17329" b="3166"/>
          <a:stretch/>
        </p:blipFill>
        <p:spPr>
          <a:xfrm>
            <a:off x="5971983" y="1144476"/>
            <a:ext cx="5798538" cy="2186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352201-DBD6-AC60-D1F9-725D32F314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6" t="21885" r="1096"/>
          <a:stretch/>
        </p:blipFill>
        <p:spPr>
          <a:xfrm>
            <a:off x="184749" y="3471808"/>
            <a:ext cx="5744598" cy="2215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595ABE-6BA8-985A-C226-4C18C2DB9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9" y="1056343"/>
            <a:ext cx="5845185" cy="22794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069298-FD97-6D38-08DA-3B5FCCEF188E}"/>
                  </a:ext>
                </a:extLst>
              </p:cNvPr>
              <p:cNvSpPr txBox="1"/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(a)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=1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069298-FD97-6D38-08DA-3B5FCCEF1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blipFill>
                <a:blip r:embed="rId6"/>
                <a:stretch>
                  <a:fillRect l="-5714" t="-10000" r="-5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0F1745-5406-1CE5-9492-550EC6FBC42C}"/>
                  </a:ext>
                </a:extLst>
              </p:cNvPr>
              <p:cNvSpPr txBox="1"/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(c)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=3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0F1745-5406-1CE5-9492-550EC6FBC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blipFill>
                <a:blip r:embed="rId7"/>
                <a:stretch>
                  <a:fillRect l="-5797" t="-8197" r="-50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40ED22-5658-D007-3A33-B7A0FB6176D6}"/>
                  </a:ext>
                </a:extLst>
              </p:cNvPr>
              <p:cNvSpPr txBox="1"/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(b)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=2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40ED22-5658-D007-3A33-B7A0FB617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blipFill>
                <a:blip r:embed="rId8"/>
                <a:stretch>
                  <a:fillRect l="-6383" t="-10000" r="-496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EAC218-AC80-3B5B-1E49-40094EB2CAB0}"/>
                  </a:ext>
                </a:extLst>
              </p:cNvPr>
              <p:cNvSpPr txBox="1"/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(d)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=4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EAC218-AC80-3B5B-1E49-40094EB2C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blipFill>
                <a:blip r:embed="rId9"/>
                <a:stretch>
                  <a:fillRect l="-6383" t="-8197" r="-496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AB75A2A-E7A5-4389-D204-23A1BCF6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27" b="76147"/>
          <a:stretch/>
        </p:blipFill>
        <p:spPr>
          <a:xfrm>
            <a:off x="2259016" y="291152"/>
            <a:ext cx="7369179" cy="6956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AB1D5E-6013-38AC-69D8-F8199429D2C0}"/>
              </a:ext>
            </a:extLst>
          </p:cNvPr>
          <p:cNvSpPr txBox="1"/>
          <p:nvPr/>
        </p:nvSpPr>
        <p:spPr>
          <a:xfrm>
            <a:off x="3557954" y="-128154"/>
            <a:ext cx="43409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Vertical effective stress (kPa)</a:t>
            </a:r>
          </a:p>
        </p:txBody>
      </p:sp>
    </p:spTree>
    <p:extLst>
      <p:ext uri="{BB962C8B-B14F-4D97-AF65-F5344CB8AC3E}">
        <p14:creationId xmlns:p14="http://schemas.microsoft.com/office/powerpoint/2010/main" val="3031219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3691-D3FF-53A8-E98A-A193A0EE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3236D-CFF9-9672-0F3D-33FA59A42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4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08DBD-E560-06A1-FE90-24460588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A264EC-AB72-C6F3-72AE-CE123BE001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908"/>
          <a:stretch/>
        </p:blipFill>
        <p:spPr>
          <a:xfrm>
            <a:off x="169119" y="1105239"/>
            <a:ext cx="5661216" cy="2179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993C6F-95DC-474E-4F9E-2D0D76AB9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" b="1135"/>
          <a:stretch/>
        </p:blipFill>
        <p:spPr>
          <a:xfrm>
            <a:off x="5987222" y="3418271"/>
            <a:ext cx="5823940" cy="2220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C4BF04-142C-5E0C-1C32-F83ECBA0A0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" b="619"/>
          <a:stretch/>
        </p:blipFill>
        <p:spPr>
          <a:xfrm>
            <a:off x="5941503" y="1083516"/>
            <a:ext cx="5798538" cy="2186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CC841-9287-D8A8-A7FE-0F221939D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" b="489"/>
          <a:stretch/>
        </p:blipFill>
        <p:spPr>
          <a:xfrm>
            <a:off x="144109" y="3400688"/>
            <a:ext cx="5744598" cy="22151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84C4FD-1577-7822-2BC8-BFF4CBE603D5}"/>
                  </a:ext>
                </a:extLst>
              </p:cNvPr>
              <p:cNvSpPr txBox="1"/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(a)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=1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84C4FD-1577-7822-2BC8-BFF4CBE60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blipFill>
                <a:blip r:embed="rId7"/>
                <a:stretch>
                  <a:fillRect l="-5714" t="-10000" r="-5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89686-A0D3-8885-FAB2-1BD9FA9096DE}"/>
                  </a:ext>
                </a:extLst>
              </p:cNvPr>
              <p:cNvSpPr txBox="1"/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(c)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=3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89686-A0D3-8885-FAB2-1BD9FA909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blipFill>
                <a:blip r:embed="rId8"/>
                <a:stretch>
                  <a:fillRect l="-5797" t="-8197" r="-50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A9316-A30F-2F86-B186-263B9D088C42}"/>
                  </a:ext>
                </a:extLst>
              </p:cNvPr>
              <p:cNvSpPr txBox="1"/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(b)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=2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A9316-A30F-2F86-B186-263B9D088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blipFill>
                <a:blip r:embed="rId9"/>
                <a:stretch>
                  <a:fillRect l="-6383" t="-10000" r="-496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C7DFC9-2FE5-BBB4-7119-69ADA486DDC2}"/>
                  </a:ext>
                </a:extLst>
              </p:cNvPr>
              <p:cNvSpPr txBox="1"/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(d)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=4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C7DFC9-2FE5-BBB4-7119-69ADA486D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blipFill>
                <a:blip r:embed="rId10"/>
                <a:stretch>
                  <a:fillRect l="-6383" t="-8197" r="-496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DDAB079-CEA4-5FF0-332B-060A62598A8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9877" b="17973"/>
          <a:stretch/>
        </p:blipFill>
        <p:spPr>
          <a:xfrm>
            <a:off x="2261831" y="321080"/>
            <a:ext cx="7420303" cy="6857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5CD706-626C-2D80-4B8E-11476B228925}"/>
              </a:ext>
            </a:extLst>
          </p:cNvPr>
          <p:cNvSpPr txBox="1"/>
          <p:nvPr/>
        </p:nvSpPr>
        <p:spPr>
          <a:xfrm>
            <a:off x="3557954" y="-112914"/>
            <a:ext cx="4414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Displacement magnitude (m)</a:t>
            </a:r>
          </a:p>
        </p:txBody>
      </p:sp>
    </p:spTree>
    <p:extLst>
      <p:ext uri="{BB962C8B-B14F-4D97-AF65-F5344CB8AC3E}">
        <p14:creationId xmlns:p14="http://schemas.microsoft.com/office/powerpoint/2010/main" val="334062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C9F77-1415-E1F9-282E-057641737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743F9-7D14-3117-E846-E4434F626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6E3A1-FC8A-494B-6CED-4DB01D47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8"/>
          <a:stretch/>
        </p:blipFill>
        <p:spPr>
          <a:xfrm>
            <a:off x="2344615" y="1482128"/>
            <a:ext cx="7264522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80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60</Words>
  <Application>Microsoft Office PowerPoint</Application>
  <PresentationFormat>Custom</PresentationFormat>
  <Paragraphs>11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Alsardi, Abdelrahman Munther Kh</dc:creator>
  <cp:lastModifiedBy>Alsardi, Abdelrahman Munther Kh</cp:lastModifiedBy>
  <cp:revision>2</cp:revision>
  <dcterms:created xsi:type="dcterms:W3CDTF">2025-04-29T12:27:09Z</dcterms:created>
  <dcterms:modified xsi:type="dcterms:W3CDTF">2025-04-29T12:50:13Z</dcterms:modified>
</cp:coreProperties>
</file>