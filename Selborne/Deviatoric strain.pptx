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118872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786" y="744"/>
      </p:cViewPr>
      <p:guideLst>
        <p:guide orient="horz" pos="2391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6E435-9340-4C0C-B78B-E5F3D327B09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063" y="1143000"/>
            <a:ext cx="636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F452E-6952-47F2-AACC-19C12A731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F452E-6952-47F2-AACC-19C12A731E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42837"/>
            <a:ext cx="89154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025879"/>
            <a:ext cx="89154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36260"/>
            <a:ext cx="1025271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855362"/>
            <a:ext cx="1025271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06723"/>
            <a:ext cx="1025271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12255"/>
            <a:ext cx="502884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04379"/>
            <a:ext cx="502884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12255"/>
            <a:ext cx="50536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04379"/>
            <a:ext cx="50536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29483"/>
            <a:ext cx="6017895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29483"/>
            <a:ext cx="6017895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06722"/>
            <a:ext cx="2563178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06722"/>
            <a:ext cx="7540943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06723"/>
            <a:ext cx="1025271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33609"/>
            <a:ext cx="1025271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339629"/>
            <a:ext cx="401193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8DBD-E560-06A1-FE90-24460588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264EC-AB72-C6F3-72AE-CE123BE0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/>
        </p:blipFill>
        <p:spPr>
          <a:xfrm>
            <a:off x="169119" y="1105239"/>
            <a:ext cx="5661216" cy="217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993C6F-95DC-474E-4F9E-2D0D76AB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/>
        </p:blipFill>
        <p:spPr>
          <a:xfrm>
            <a:off x="5984392" y="341544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4BF04-142C-5E0C-1C32-F83ECBA0A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" b="627"/>
          <a:stretch/>
        </p:blipFill>
        <p:spPr>
          <a:xfrm>
            <a:off x="5982143" y="1083516"/>
            <a:ext cx="5798538" cy="2186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CC841-9287-D8A8-A7FE-0F221939D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" b="50"/>
          <a:stretch/>
        </p:blipFill>
        <p:spPr>
          <a:xfrm>
            <a:off x="144109" y="3400688"/>
            <a:ext cx="5744598" cy="2215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8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10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5CD706-626C-2D80-4B8E-11476B228925}"/>
              </a:ext>
            </a:extLst>
          </p:cNvPr>
          <p:cNvSpPr txBox="1"/>
          <p:nvPr/>
        </p:nvSpPr>
        <p:spPr>
          <a:xfrm>
            <a:off x="4299634" y="-112914"/>
            <a:ext cx="4029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Excess pore pressure (kPa)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3AA6C-AE83-41F3-0A1E-86EF865AD32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2588"/>
          <a:stretch/>
        </p:blipFill>
        <p:spPr>
          <a:xfrm>
            <a:off x="2304943" y="355600"/>
            <a:ext cx="7551004" cy="6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1914</TotalTime>
  <Words>31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4</cp:revision>
  <dcterms:created xsi:type="dcterms:W3CDTF">2025-04-29T12:27:09Z</dcterms:created>
  <dcterms:modified xsi:type="dcterms:W3CDTF">2025-04-30T20:53:30Z</dcterms:modified>
</cp:coreProperties>
</file>