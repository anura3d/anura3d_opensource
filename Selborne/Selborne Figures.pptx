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71" r:id="rId2"/>
    <p:sldId id="272" r:id="rId3"/>
    <p:sldId id="273" r:id="rId4"/>
    <p:sldId id="274" r:id="rId5"/>
    <p:sldId id="275" r:id="rId6"/>
    <p:sldId id="256" r:id="rId7"/>
    <p:sldId id="257" r:id="rId8"/>
    <p:sldId id="258" r:id="rId9"/>
    <p:sldId id="260" r:id="rId10"/>
    <p:sldId id="279" r:id="rId11"/>
    <p:sldId id="264" r:id="rId12"/>
    <p:sldId id="261" r:id="rId13"/>
    <p:sldId id="265" r:id="rId14"/>
    <p:sldId id="266" r:id="rId15"/>
    <p:sldId id="281" r:id="rId16"/>
    <p:sldId id="269" r:id="rId17"/>
    <p:sldId id="267" r:id="rId18"/>
    <p:sldId id="268" r:id="rId19"/>
    <p:sldId id="262" r:id="rId20"/>
    <p:sldId id="280" r:id="rId21"/>
    <p:sldId id="270" r:id="rId22"/>
    <p:sldId id="263" r:id="rId23"/>
    <p:sldId id="259" r:id="rId24"/>
    <p:sldId id="276" r:id="rId25"/>
    <p:sldId id="277" r:id="rId26"/>
    <p:sldId id="278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71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7" autoAdjust="0"/>
    <p:restoredTop sz="94660"/>
  </p:normalViewPr>
  <p:slideViewPr>
    <p:cSldViewPr snapToGrid="0">
      <p:cViewPr>
        <p:scale>
          <a:sx n="33" d="100"/>
          <a:sy n="33" d="100"/>
        </p:scale>
        <p:origin x="2347" y="1234"/>
      </p:cViewPr>
      <p:guideLst>
        <p:guide orient="horz" pos="3240"/>
        <p:guide pos="7152"/>
      </p:guideLst>
    </p:cSldViewPr>
  </p:slideViewPr>
  <p:notesTextViewPr>
    <p:cViewPr>
      <p:scale>
        <a:sx n="33" d="100"/>
        <a:sy n="33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1EF3AA-5A8D-466A-9477-21DA4D5F3020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E999CD-3AEF-4F3F-877D-EB2385B17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320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999CD-3AEF-4F3F-877D-EB2385B17BF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256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5EF59-2F41-ECDC-E26B-FB83D0D5F3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F7CF20-8ED6-7994-B037-209755FB2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F6768-3A3D-8313-2403-6359CF5E1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F79F5-A43E-45EF-BDE5-C9EF075FE3AA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62D35-1240-6661-1243-1BA1672C4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3A60E-CD0C-DCAB-624B-7098C620D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DA431-BE18-46FE-A4CA-A7F3658DA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39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E5D14-7C6C-BF0E-A2EF-EE976424E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4A505-1614-32E9-CD63-CF5A4614E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074B8-8BB1-1221-A806-5F3CAF97C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F79F5-A43E-45EF-BDE5-C9EF075FE3AA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EAC11-4A57-FC7B-9E9D-0AB5DDBAE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6308D-91BB-E104-E9C2-DCD618C12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DA431-BE18-46FE-A4CA-A7F3658DA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266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62E27-2C81-4C64-87FF-4CF9E6889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81317C-E4FC-D435-953E-F0A6298A1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2006D-9E9B-56A6-4FFE-9CF29EC97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F79F5-A43E-45EF-BDE5-C9EF075FE3AA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D231D-B1BF-DD19-7409-98320FB54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9EEE1-2F75-E3D1-7412-A37F98605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DA431-BE18-46FE-A4CA-A7F3658DA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949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991A3-7399-2475-94D2-8B7582FF2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87D53-A5A7-91ED-1967-803D711B5D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003098-5A51-E3E1-B79C-FC9497A455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C68588-AF64-CC65-D126-06D9A5138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F79F5-A43E-45EF-BDE5-C9EF075FE3AA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512AAD-4928-AB8B-B496-69BEE3521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63FFA-AC33-D283-4BAB-DA063F602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DA431-BE18-46FE-A4CA-A7F3658DA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793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A31E1-49E5-33A2-2FF1-1A1A8416B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2F2165-18AF-450C-6DB8-7BDF39DE6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90B8D0-CFC8-F9C0-CB1A-781A5B518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AC82D5-5F14-7DA2-108A-776C4A2FD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6C59EF-8B44-4FC7-AE89-5994F82507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A5DE4E-11DB-CD70-B91B-13D447108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F79F5-A43E-45EF-BDE5-C9EF075FE3AA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B48C4A-EFB7-A31F-5166-CBDD24DBE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716002-2567-1975-5CAA-6D391F61C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DA431-BE18-46FE-A4CA-A7F3658DA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679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BD24F-5579-5C8D-9FE6-DE843DAD5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A0D2C1-1656-0A58-DAE1-35FC4AEB4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F79F5-A43E-45EF-BDE5-C9EF075FE3AA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77965C-1CA5-1A2B-1AD2-51697EAFE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1B468A-32EA-3835-A445-04343E0EC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DA431-BE18-46FE-A4CA-A7F3658DA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167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D2B25E-6AFE-AB1E-4106-1264833F2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F79F5-A43E-45EF-BDE5-C9EF075FE3AA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7B09AB-39DE-BA62-25E6-7462002DB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FB1F5A-229C-7AB8-925E-C4A2CCD57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DA431-BE18-46FE-A4CA-A7F3658DA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914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FC038-D24E-FD31-419F-08FCA261C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18B68-9C68-0882-1073-E5AB81BBD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A96E07-8267-263E-B180-CF969A553B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559DAB-BEF3-B006-6E67-94FC6088A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F79F5-A43E-45EF-BDE5-C9EF075FE3AA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5DF1F1-347F-0E43-9E1A-3F0592E4B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7B2688-FB99-B1EC-1481-D1467A30A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DA431-BE18-46FE-A4CA-A7F3658DA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172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DD7A5-AB02-4595-38B2-3095A655A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4CB64A-6432-2F89-8F89-94E07E726E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934B5F-647F-593C-8367-34904C1B46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5B6325-879C-B5D0-0E01-99A2C4047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F79F5-A43E-45EF-BDE5-C9EF075FE3AA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4A5CB-8F5A-35C2-C639-444971206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32A79F-83D5-FA6D-BBCA-947EF1245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DA431-BE18-46FE-A4CA-A7F3658DA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724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446F3-470B-7984-54B0-F761CA6A9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8F625B-FF9F-3699-383C-A4ADFD079F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3F8EF-12DE-E7D1-CB64-32D7052C8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F79F5-A43E-45EF-BDE5-C9EF075FE3AA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7D860-7AC0-F994-796B-9C02A8E8C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4A204-9E17-458A-BC86-EDDBA32BA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DA431-BE18-46FE-A4CA-A7F3658DA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491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280196-AC37-2FFC-C5FE-A18CDF76B9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ABCA4A-93F3-31A7-3E44-DFB69931BC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366E1-CCE3-E053-629F-08F9CCDEC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F79F5-A43E-45EF-BDE5-C9EF075FE3AA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E8768-6E0A-519F-C4CA-2BC653303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A168CB-27EE-97F4-EF86-0D6835D79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DA431-BE18-46FE-A4CA-A7F3658DA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356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C3A833-8A51-4FA9-A161-77FA52B7A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F0341B-78BC-D02A-8F77-E57F3BA416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367B0-AAC5-20BD-35BF-0AE13C4DA4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3F79F5-A43E-45EF-BDE5-C9EF075FE3AA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F8615-4A00-D471-F526-8974E75CE7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E2BFA-EB74-6C11-0AF5-6E7597EB0D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ADA431-BE18-46FE-A4CA-A7F3658DA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484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0.png"/><Relationship Id="rId7" Type="http://schemas.openxmlformats.org/officeDocument/2006/relationships/image" Target="../media/image3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15.png"/><Relationship Id="rId10" Type="http://schemas.openxmlformats.org/officeDocument/2006/relationships/image" Target="../media/image36.png"/><Relationship Id="rId4" Type="http://schemas.openxmlformats.org/officeDocument/2006/relationships/image" Target="../media/image14.png"/><Relationship Id="rId9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5BAEA-6FC1-1FEC-FA45-77A015889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A281A-6E7E-ADE9-B204-108C44F3E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Linear SF700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84A7C8-735A-693D-4419-F9D880401A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92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E731A-CDF3-8011-9F91-F978BE694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E1AA4-3307-2A06-959C-25E36631E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976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C45AD-C32D-419F-6457-A5BE24F60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23CF0-4A54-BD8B-27FD-486C1E175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993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F3038-8144-2E2F-DE69-5A54AD507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AB10A-22AC-C9F4-84D0-3D372E566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888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6FC0E-1730-A3FB-6A66-8EA9947B6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179BD-933F-2B51-5D44-01B5BB854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405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7694A-9045-D65A-3C44-52709EFF72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Linear SF700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DD4607-0117-145D-F66B-2286F6D71F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857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7AF45-8D69-FABB-0489-AEAAE7AC4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0A8F5-2976-6F9C-96B5-A0DCB0B97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F4ECD3D-BBA5-7A28-3076-6C4A3A17A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039" y="1825625"/>
            <a:ext cx="6904318" cy="355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173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61B2D-8294-C000-8B04-8B4F73BF9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6713E-799D-1AD9-C1BE-E0637E339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22371F-C808-C583-971B-D8CE3C390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841" y="1710541"/>
            <a:ext cx="6904318" cy="343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744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A0983-3445-E1A3-F7AA-BA526F053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B0015-7DAE-E90F-8C0F-E3A644D49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2F1B7F-1468-35F9-8CB4-BBA75E223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671" y="2110550"/>
            <a:ext cx="6919560" cy="323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580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0">
            <a:extLst>
              <a:ext uri="{FF2B5EF4-FFF2-40B4-BE49-F238E27FC236}">
                <a16:creationId xmlns:a16="http://schemas.microsoft.com/office/drawing/2014/main" id="{0799CFF4-DC5D-61FC-18AB-CFBDC5E048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9037" y="629118"/>
            <a:ext cx="7506350" cy="4214225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9DEBD328-82D5-8CD5-5EFD-2C3E67DC00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7313" y="4396960"/>
            <a:ext cx="7369179" cy="4061812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6764A6D0-C97C-C107-5777-9C4CB489D7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58262" y="410845"/>
            <a:ext cx="7407282" cy="41761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FA9FCE-151F-E244-E211-C4EE8B9FA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8745-767B-163F-AF86-12F6D8C8C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42220B7-7CDC-EEB2-3237-C712A05036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778825" y="-5492433"/>
            <a:ext cx="6866215" cy="34064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5BBE47D-DF79-CFC9-9D02-ED927239D3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7778825" y="-1951061"/>
            <a:ext cx="6919560" cy="34292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1578600-C402-2F74-9919-14AE3D1508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7740721" y="1478236"/>
            <a:ext cx="6881456" cy="351312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0DF1242-D0A8-96D4-142D-F5F4F58A693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7877902" y="5271601"/>
            <a:ext cx="6866215" cy="340643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46CE52E-1747-8233-B35F-FDF23D77461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722084" y="1453144"/>
            <a:ext cx="7468247" cy="366553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220318C-207F-8E9A-EA6A-62B3228CAC1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859265" y="-1860540"/>
            <a:ext cx="7491109" cy="355122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6A2FBCB-A234-5DEA-672C-B4CD41B8A11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828783" y="-5479236"/>
            <a:ext cx="7430144" cy="355122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D4B96EF-57F8-DFE4-07A2-CC5EAA1C287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722084" y="5073099"/>
            <a:ext cx="7407282" cy="348264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DFB47D1-6113-5AF4-8DC0-3160F226549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85203" y="4861820"/>
            <a:ext cx="7521592" cy="359695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5C3FFA4-E031-D024-C3D4-4F4FA1A245E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15671" y="-1975733"/>
            <a:ext cx="7544454" cy="3604572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6E3A814-9161-896C-07EE-B26AB97247B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01361" y="-5742149"/>
            <a:ext cx="7437765" cy="407705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6322CDB2-03BD-B2BF-1AC0-D728B9BC8DB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618644" y="-2853900"/>
            <a:ext cx="7453006" cy="435901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0CEF229B-D0CE-8C91-368D-F3544CC6A0E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343952" y="-6214630"/>
            <a:ext cx="7521592" cy="454953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8E250E22-3736-9E2A-DDB9-7C5AC18F0E0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07203" y="-7134630"/>
            <a:ext cx="6561389" cy="1295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453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6D3E7-EBA4-B898-EC88-BCF85C339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16F86-8423-99AF-5433-C789407654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Quadratic SF700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007062-87AA-B3DA-08A8-ECA7C064E5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805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A4C0D-28F4-9472-A7E2-D2B21F252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97892-BC65-92B3-DF17-45CF49205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8F51FA-F531-CD6E-CAA8-958AB3C4E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976" y="2059167"/>
            <a:ext cx="7064352" cy="363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250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9F897-432D-D4D3-9832-C6A8D6CFD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AE4D8-7DB1-A2AE-42E0-8D413BD22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5BEA60-3E75-7087-13BC-4D7952605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686" y="701548"/>
            <a:ext cx="6911939" cy="329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4319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30BC9-B392-EE7D-B617-885FECEAC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72517-05BD-DA10-D2C5-7D393935E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D09695-D42D-8034-8DFF-A02CF94D3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4323" y="1782937"/>
            <a:ext cx="6843353" cy="329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4571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8DF7B-13BC-EC9E-7043-0D1099436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79011-42D8-1E41-141F-CB933A358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1352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9A63F-FAE1-20EF-55BF-B614A6ED3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FDCEC-6C76-7E0F-7397-D52E575FAE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Cubic SF800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CDF18C-C1DE-A3EE-9DAE-00E0807D48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2313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265EB-A8D2-98EE-591D-0CE6FC123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8B023-23A4-AE9C-DFCF-70E559149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3AA7B3-4708-C567-8836-A24B077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375" y="1763885"/>
            <a:ext cx="6805250" cy="333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9459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45B60-DC04-9607-A6ED-BAA96FDD2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B01F9-19B1-5AFE-E669-82AC5FEA4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157612-8B4E-2A0E-1161-9EBBE92FF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114" y="2913085"/>
            <a:ext cx="8055038" cy="3398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8064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ED551-2043-08DD-B0CC-F7101A3D1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687F0-33E5-04BD-44A1-92EE053E7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1B4090-B225-6F8A-FE76-477EBC16B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249" y="1690688"/>
            <a:ext cx="6866215" cy="327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2509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4805A-A450-41C3-BC19-C63D97F62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5D8B3-EF66-ACCF-614B-B080DF877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123F36-0EF3-3FE8-B628-0FB781885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4340" y="2083953"/>
            <a:ext cx="6683319" cy="269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0213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6AEBA-F573-B2D8-9E32-49E7759A2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5E522-9D73-1180-B01B-26724A1777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Quartic SF1000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8074F3-7F63-9B5A-4AC9-59D692A24A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6121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03255-419E-3B87-32F7-23EC9E2B6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07070-3012-EB4C-B4E1-0C99E6063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ADCFA3-C910-F5A8-C617-5E4BFB10D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665" y="1344536"/>
            <a:ext cx="6835732" cy="3520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2943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5B1E5-5EB0-16C4-9AA7-CFDF83EB9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5578D-9D49-CF5D-79F3-A72352CB6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224B29-43ED-3095-1C17-32F0EC623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651" y="1790558"/>
            <a:ext cx="6896698" cy="327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6127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5486A-7874-FA01-0D92-13216B29B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63A3E-7614-EB48-7D30-469C983C9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C07BA5-8520-C2C6-B565-C9F01C61C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030" y="1702920"/>
            <a:ext cx="6911939" cy="345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727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C7D5A-1979-0C7A-526C-7EFE75543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FC13D-FBBA-4611-F0BF-10B86785F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639AA5-86DE-2F64-49C6-CCF0D30F2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736" y="2106815"/>
            <a:ext cx="6538527" cy="264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3265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2CF8CC-6EB7-1B4F-7B4F-8A60E0BBA3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791" b="4033"/>
          <a:stretch/>
        </p:blipFill>
        <p:spPr>
          <a:xfrm>
            <a:off x="6098982" y="3692426"/>
            <a:ext cx="5823940" cy="22206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A3F347-E300-6325-2874-AEE873553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866215" y="-4669568"/>
            <a:ext cx="6866215" cy="34064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86713E-A350-B7B1-4541-8EA3AE57593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91" t="17329" b="3166"/>
          <a:stretch/>
        </p:blipFill>
        <p:spPr>
          <a:xfrm>
            <a:off x="6124382" y="1388152"/>
            <a:ext cx="5798539" cy="21869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51E59C-CF4F-B787-32A3-10E513529B7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26" t="21885" r="1096"/>
          <a:stretch/>
        </p:blipFill>
        <p:spPr>
          <a:xfrm>
            <a:off x="337149" y="3715483"/>
            <a:ext cx="5744598" cy="22151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60A5F7-F709-80DB-F8F8-51BD992E60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232" y="1300018"/>
            <a:ext cx="5845185" cy="22794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A369E3B-C3B0-ACBF-05BE-B96CCE42C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7513" y="-3033906"/>
            <a:ext cx="7369179" cy="406181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87E6EE8-377D-892B-3964-2C60ABEE86BC}"/>
                  </a:ext>
                </a:extLst>
              </p:cNvPr>
              <p:cNvSpPr txBox="1"/>
              <p:nvPr/>
            </p:nvSpPr>
            <p:spPr>
              <a:xfrm>
                <a:off x="4719710" y="1801834"/>
                <a:ext cx="8527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(a)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=1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87E6EE8-377D-892B-3964-2C60ABEE86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9710" y="1801834"/>
                <a:ext cx="852734" cy="369332"/>
              </a:xfrm>
              <a:prstGeom prst="rect">
                <a:avLst/>
              </a:prstGeom>
              <a:blipFill>
                <a:blip r:embed="rId7"/>
                <a:stretch>
                  <a:fillRect l="-5714" t="-10000" r="-5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C3AD4D9-4651-E849-FC0D-6A235D08170C}"/>
                  </a:ext>
                </a:extLst>
              </p:cNvPr>
              <p:cNvSpPr txBox="1"/>
              <p:nvPr/>
            </p:nvSpPr>
            <p:spPr>
              <a:xfrm>
                <a:off x="4719710" y="4098942"/>
                <a:ext cx="8527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(c)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=3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C3AD4D9-4651-E849-FC0D-6A235D081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9710" y="4098942"/>
                <a:ext cx="852734" cy="369332"/>
              </a:xfrm>
              <a:prstGeom prst="rect">
                <a:avLst/>
              </a:prstGeom>
              <a:blipFill>
                <a:blip r:embed="rId8"/>
                <a:stretch>
                  <a:fillRect l="-5714" t="-8197" r="-357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C017B3A-D850-C738-43C4-2541A2200670}"/>
                  </a:ext>
                </a:extLst>
              </p:cNvPr>
              <p:cNvSpPr txBox="1"/>
              <p:nvPr/>
            </p:nvSpPr>
            <p:spPr>
              <a:xfrm>
                <a:off x="10587110" y="1801834"/>
                <a:ext cx="8639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(b)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=2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C017B3A-D850-C738-43C4-2541A22006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7110" y="1801834"/>
                <a:ext cx="863954" cy="369332"/>
              </a:xfrm>
              <a:prstGeom prst="rect">
                <a:avLst/>
              </a:prstGeom>
              <a:blipFill>
                <a:blip r:embed="rId9"/>
                <a:stretch>
                  <a:fillRect l="-6383" t="-10000" r="-4965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304227F-A45D-3AAB-CF95-1AE0564E4287}"/>
                  </a:ext>
                </a:extLst>
              </p:cNvPr>
              <p:cNvSpPr txBox="1"/>
              <p:nvPr/>
            </p:nvSpPr>
            <p:spPr>
              <a:xfrm>
                <a:off x="10587110" y="4098942"/>
                <a:ext cx="8527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(c)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=4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304227F-A45D-3AAB-CF95-1AE0564E42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7110" y="4098942"/>
                <a:ext cx="852734" cy="369332"/>
              </a:xfrm>
              <a:prstGeom prst="rect">
                <a:avLst/>
              </a:prstGeom>
              <a:blipFill>
                <a:blip r:embed="rId10"/>
                <a:stretch>
                  <a:fillRect l="-6429" t="-8197" r="-285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E25B2FD6-F846-9E17-D9B3-8A3265740D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727" b="76147"/>
          <a:stretch/>
        </p:blipFill>
        <p:spPr>
          <a:xfrm>
            <a:off x="2411410" y="534833"/>
            <a:ext cx="7369179" cy="695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926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9794</TotalTime>
  <Words>35</Words>
  <Application>Microsoft Office PowerPoint</Application>
  <PresentationFormat>Widescreen</PresentationFormat>
  <Paragraphs>10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Cambria Math</vt:lpstr>
      <vt:lpstr>Office Theme</vt:lpstr>
      <vt:lpstr>Linear SF700</vt:lpstr>
      <vt:lpstr>PowerPoint Presentation</vt:lpstr>
      <vt:lpstr>PowerPoint Presentation</vt:lpstr>
      <vt:lpstr>PowerPoint Presentation</vt:lpstr>
      <vt:lpstr>PowerPoint Presentation</vt:lpstr>
      <vt:lpstr>Linear SF700</vt:lpstr>
      <vt:lpstr>PowerPoint Presentation</vt:lpstr>
      <vt:lpstr>PowerPoint Presentation</vt:lpstr>
      <vt:lpstr>PowerPoint Presentation</vt:lpstr>
      <vt:lpstr>PowerPoint Presentation</vt:lpstr>
      <vt:lpstr>Quadratic SF700</vt:lpstr>
      <vt:lpstr>PowerPoint Presentation</vt:lpstr>
      <vt:lpstr>PowerPoint Presentation</vt:lpstr>
      <vt:lpstr>PowerPoint Presentation</vt:lpstr>
      <vt:lpstr>PowerPoint Presentation</vt:lpstr>
      <vt:lpstr>Cubic SF800</vt:lpstr>
      <vt:lpstr>PowerPoint Presentation</vt:lpstr>
      <vt:lpstr>PowerPoint Presentation</vt:lpstr>
      <vt:lpstr>PowerPoint Presentation</vt:lpstr>
      <vt:lpstr>PowerPoint Presentation</vt:lpstr>
      <vt:lpstr>Quartic SF1000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Alsardi, Abdelrahman Munther Kh</dc:creator>
  <cp:lastModifiedBy>Alsardi, Abdelrahman Munther Kh</cp:lastModifiedBy>
  <cp:revision>2</cp:revision>
  <dcterms:created xsi:type="dcterms:W3CDTF">2025-04-22T17:36:47Z</dcterms:created>
  <dcterms:modified xsi:type="dcterms:W3CDTF">2025-04-29T12:51:21Z</dcterms:modified>
</cp:coreProperties>
</file>