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0" r:id="rId2"/>
  </p:sldIdLst>
  <p:sldSz cx="118872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1" userDrawn="1">
          <p15:clr>
            <a:srgbClr val="A4A3A4"/>
          </p15:clr>
        </p15:guide>
        <p15:guide id="2" pos="3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862" y="1032"/>
      </p:cViewPr>
      <p:guideLst>
        <p:guide orient="horz" pos="2391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6E435-9340-4C0C-B78B-E5F3D327B09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063" y="1143000"/>
            <a:ext cx="6365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F452E-6952-47F2-AACC-19C12A731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F452E-6952-47F2-AACC-19C12A731E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942837"/>
            <a:ext cx="891540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025879"/>
            <a:ext cx="89154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6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1436260"/>
            <a:ext cx="10252710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3855362"/>
            <a:ext cx="10252710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8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3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306723"/>
            <a:ext cx="10252710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4" y="1412255"/>
            <a:ext cx="5028842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4" y="2104379"/>
            <a:ext cx="5028842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1412255"/>
            <a:ext cx="5053608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2104379"/>
            <a:ext cx="5053608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829483"/>
            <a:ext cx="6017895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829483"/>
            <a:ext cx="6017895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6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8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7" y="306722"/>
            <a:ext cx="2563178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306722"/>
            <a:ext cx="7540943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306723"/>
            <a:ext cx="10252710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1533609"/>
            <a:ext cx="10252710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5339629"/>
            <a:ext cx="401193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8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8DBD-E560-06A1-FE90-24460588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A264EC-AB72-C6F3-72AE-CE123BE0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908"/>
          <a:stretch/>
        </p:blipFill>
        <p:spPr>
          <a:xfrm>
            <a:off x="169119" y="1105239"/>
            <a:ext cx="5661216" cy="217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993C6F-95DC-474E-4F9E-2D0D76AB9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" b="1135"/>
          <a:stretch/>
        </p:blipFill>
        <p:spPr>
          <a:xfrm>
            <a:off x="5987222" y="3418271"/>
            <a:ext cx="5823940" cy="222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C4BF04-142C-5E0C-1C32-F83ECBA0A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" b="619"/>
          <a:stretch/>
        </p:blipFill>
        <p:spPr>
          <a:xfrm>
            <a:off x="5941503" y="1083516"/>
            <a:ext cx="5798538" cy="2186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CC841-9287-D8A8-A7FE-0F221939D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" b="489"/>
          <a:stretch/>
        </p:blipFill>
        <p:spPr>
          <a:xfrm>
            <a:off x="144109" y="3400688"/>
            <a:ext cx="5744598" cy="22151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/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=1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blipFill>
                <a:blip r:embed="rId7"/>
                <a:stretch>
                  <a:fillRect l="-5714" t="-10000" r="-5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/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=3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blipFill>
                <a:blip r:embed="rId8"/>
                <a:stretch>
                  <a:fillRect l="-5797" t="-8197" r="-50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/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=2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blipFill>
                <a:blip r:embed="rId9"/>
                <a:stretch>
                  <a:fillRect l="-6383" t="-10000" r="-49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/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(d)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=4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blipFill>
                <a:blip r:embed="rId10"/>
                <a:stretch>
                  <a:fillRect l="-6383" t="-8197" r="-496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DDAB079-CEA4-5FF0-332B-060A62598A8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9877" b="17973"/>
          <a:stretch/>
        </p:blipFill>
        <p:spPr>
          <a:xfrm>
            <a:off x="2261831" y="321080"/>
            <a:ext cx="7420303" cy="6857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5CD706-626C-2D80-4B8E-11476B228925}"/>
              </a:ext>
            </a:extLst>
          </p:cNvPr>
          <p:cNvSpPr txBox="1"/>
          <p:nvPr/>
        </p:nvSpPr>
        <p:spPr>
          <a:xfrm>
            <a:off x="3557954" y="-112914"/>
            <a:ext cx="4414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Displacement magnitude (m)</a:t>
            </a:r>
          </a:p>
        </p:txBody>
      </p:sp>
    </p:spTree>
    <p:extLst>
      <p:ext uri="{BB962C8B-B14F-4D97-AF65-F5344CB8AC3E}">
        <p14:creationId xmlns:p14="http://schemas.microsoft.com/office/powerpoint/2010/main" val="33406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30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Alsardi, Abdelrahman Munther Kh</dc:creator>
  <cp:lastModifiedBy>Alsardi, Abdelrahman Munther Kh</cp:lastModifiedBy>
  <cp:revision>3</cp:revision>
  <dcterms:created xsi:type="dcterms:W3CDTF">2025-04-29T12:27:09Z</dcterms:created>
  <dcterms:modified xsi:type="dcterms:W3CDTF">2025-04-29T12:51:16Z</dcterms:modified>
</cp:coreProperties>
</file>