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0" r:id="rId2"/>
  </p:sldIdLst>
  <p:sldSz cx="11887200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91" userDrawn="1">
          <p15:clr>
            <a:srgbClr val="A4A3A4"/>
          </p15:clr>
        </p15:guide>
        <p15:guide id="2" pos="39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786" y="744"/>
      </p:cViewPr>
      <p:guideLst>
        <p:guide orient="horz" pos="2391"/>
        <p:guide pos="39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6E435-9340-4C0C-B78B-E5F3D327B09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063" y="1143000"/>
            <a:ext cx="6365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F452E-6952-47F2-AACC-19C12A731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3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CF452E-6952-47F2-AACC-19C12A731E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3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5900" y="942837"/>
            <a:ext cx="8915400" cy="2005695"/>
          </a:xfrm>
        </p:spPr>
        <p:txBody>
          <a:bodyPr anchor="b"/>
          <a:lstStyle>
            <a:lvl1pPr algn="ctr"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025879"/>
            <a:ext cx="8915400" cy="1390917"/>
          </a:xfrm>
        </p:spPr>
        <p:txBody>
          <a:bodyPr/>
          <a:lstStyle>
            <a:lvl1pPr marL="0" indent="0" algn="ctr">
              <a:buNone/>
              <a:defRPr sz="2016"/>
            </a:lvl1pPr>
            <a:lvl2pPr marL="384048" indent="0" algn="ctr">
              <a:buNone/>
              <a:defRPr sz="1680"/>
            </a:lvl2pPr>
            <a:lvl3pPr marL="768096" indent="0" algn="ctr">
              <a:buNone/>
              <a:defRPr sz="1512"/>
            </a:lvl3pPr>
            <a:lvl4pPr marL="1152144" indent="0" algn="ctr">
              <a:buNone/>
              <a:defRPr sz="1344"/>
            </a:lvl4pPr>
            <a:lvl5pPr marL="1536192" indent="0" algn="ctr">
              <a:buNone/>
              <a:defRPr sz="1344"/>
            </a:lvl5pPr>
            <a:lvl6pPr marL="1920240" indent="0" algn="ctr">
              <a:buNone/>
              <a:defRPr sz="1344"/>
            </a:lvl6pPr>
            <a:lvl7pPr marL="2304288" indent="0" algn="ctr">
              <a:buNone/>
              <a:defRPr sz="1344"/>
            </a:lvl7pPr>
            <a:lvl8pPr marL="2688336" indent="0" algn="ctr">
              <a:buNone/>
              <a:defRPr sz="1344"/>
            </a:lvl8pPr>
            <a:lvl9pPr marL="3072384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6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2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54" y="1436260"/>
            <a:ext cx="10252710" cy="2396431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54" y="3855362"/>
            <a:ext cx="10252710" cy="1260227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40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809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214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619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2024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4288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833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238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8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5" y="1533609"/>
            <a:ext cx="505206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895" y="1533609"/>
            <a:ext cx="505206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3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3" y="306723"/>
            <a:ext cx="10252710" cy="1113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794" y="1412255"/>
            <a:ext cx="5028842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794" y="2104379"/>
            <a:ext cx="5028842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7895" y="1412255"/>
            <a:ext cx="5053608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7895" y="2104379"/>
            <a:ext cx="5053608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99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2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84069"/>
            <a:ext cx="383393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608" y="829483"/>
            <a:ext cx="6017895" cy="4094071"/>
          </a:xfrm>
        </p:spPr>
        <p:txBody>
          <a:bodyPr/>
          <a:lstStyle>
            <a:lvl1pPr>
              <a:defRPr sz="2688"/>
            </a:lvl1pPr>
            <a:lvl2pPr>
              <a:defRPr sz="2352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28311"/>
            <a:ext cx="383393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8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84069"/>
            <a:ext cx="383393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3608" y="829483"/>
            <a:ext cx="6017895" cy="4094071"/>
          </a:xfrm>
        </p:spPr>
        <p:txBody>
          <a:bodyPr anchor="t"/>
          <a:lstStyle>
            <a:lvl1pPr marL="0" indent="0">
              <a:buNone/>
              <a:defRPr sz="2688"/>
            </a:lvl1pPr>
            <a:lvl2pPr marL="384048" indent="0">
              <a:buNone/>
              <a:defRPr sz="2352"/>
            </a:lvl2pPr>
            <a:lvl3pPr marL="768096" indent="0">
              <a:buNone/>
              <a:defRPr sz="2016"/>
            </a:lvl3pPr>
            <a:lvl4pPr marL="1152144" indent="0">
              <a:buNone/>
              <a:defRPr sz="1680"/>
            </a:lvl4pPr>
            <a:lvl5pPr marL="1536192" indent="0">
              <a:buNone/>
              <a:defRPr sz="1680"/>
            </a:lvl5pPr>
            <a:lvl6pPr marL="1920240" indent="0">
              <a:buNone/>
              <a:defRPr sz="1680"/>
            </a:lvl6pPr>
            <a:lvl7pPr marL="2304288" indent="0">
              <a:buNone/>
              <a:defRPr sz="1680"/>
            </a:lvl7pPr>
            <a:lvl8pPr marL="2688336" indent="0">
              <a:buNone/>
              <a:defRPr sz="1680"/>
            </a:lvl8pPr>
            <a:lvl9pPr marL="3072384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28311"/>
            <a:ext cx="383393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6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89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6777" y="306722"/>
            <a:ext cx="2563178" cy="48822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5" y="306722"/>
            <a:ext cx="7540943" cy="48822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245" y="306723"/>
            <a:ext cx="10252710" cy="1113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7245" y="1533609"/>
            <a:ext cx="10252710" cy="3655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245" y="5339629"/>
            <a:ext cx="267462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5315E0-CAE5-499C-8520-2E703E4F1AE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7635" y="5339629"/>
            <a:ext cx="401193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5335" y="5339629"/>
            <a:ext cx="267462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4E70E-BD9E-4019-88DA-B0E4520D7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8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68096" rtl="0" eaLnBrk="1" latinLnBrk="0" hangingPunct="1">
        <a:lnSpc>
          <a:spcPct val="90000"/>
        </a:lnSpc>
        <a:spcBef>
          <a:spcPct val="0"/>
        </a:spcBef>
        <a:buNone/>
        <a:defRPr sz="36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024" indent="-192024" algn="l" defTabSz="768096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2264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631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440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2024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428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833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238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08DBD-E560-06A1-FE90-24460588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A264EC-AB72-C6F3-72AE-CE123BE00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" r="17"/>
          <a:stretch/>
        </p:blipFill>
        <p:spPr>
          <a:xfrm>
            <a:off x="169119" y="1105239"/>
            <a:ext cx="5661216" cy="2179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993C6F-95DC-474E-4F9E-2D0D76AB9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" b="246"/>
          <a:stretch/>
        </p:blipFill>
        <p:spPr>
          <a:xfrm>
            <a:off x="5984392" y="3415441"/>
            <a:ext cx="5823940" cy="2220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C4BF04-142C-5E0C-1C32-F83ECBA0A0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7" b="627"/>
          <a:stretch/>
        </p:blipFill>
        <p:spPr>
          <a:xfrm>
            <a:off x="5982143" y="1083516"/>
            <a:ext cx="5798538" cy="2186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1CC841-9287-D8A8-A7FE-0F221939D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" b="50"/>
          <a:stretch/>
        </p:blipFill>
        <p:spPr>
          <a:xfrm>
            <a:off x="144109" y="3400688"/>
            <a:ext cx="5744598" cy="22151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84C4FD-1577-7822-2BC8-BFF4CBE603D5}"/>
                  </a:ext>
                </a:extLst>
              </p:cNvPr>
              <p:cNvSpPr txBox="1"/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(a)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=1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84C4FD-1577-7822-2BC8-BFF4CBE60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1" y="1558154"/>
                <a:ext cx="852734" cy="369332"/>
              </a:xfrm>
              <a:prstGeom prst="rect">
                <a:avLst/>
              </a:prstGeom>
              <a:blipFill>
                <a:blip r:embed="rId7"/>
                <a:stretch>
                  <a:fillRect l="-5714" t="-10000" r="-5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89686-A0D3-8885-FAB2-1BD9FA9096DE}"/>
                  </a:ext>
                </a:extLst>
              </p:cNvPr>
              <p:cNvSpPr txBox="1"/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(c)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=3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89686-A0D3-8885-FAB2-1BD9FA909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0" y="3855262"/>
                <a:ext cx="839910" cy="369332"/>
              </a:xfrm>
              <a:prstGeom prst="rect">
                <a:avLst/>
              </a:prstGeom>
              <a:blipFill>
                <a:blip r:embed="rId8"/>
                <a:stretch>
                  <a:fillRect l="-5797" t="-8197" r="-50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A9316-A30F-2F86-B186-263B9D088C42}"/>
                  </a:ext>
                </a:extLst>
              </p:cNvPr>
              <p:cNvSpPr txBox="1"/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(b)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=2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A9316-A30F-2F86-B186-263B9D088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1" y="1558154"/>
                <a:ext cx="863954" cy="369332"/>
              </a:xfrm>
              <a:prstGeom prst="rect">
                <a:avLst/>
              </a:prstGeom>
              <a:blipFill>
                <a:blip r:embed="rId9"/>
                <a:stretch>
                  <a:fillRect l="-6383" t="-10000" r="-496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C7DFC9-2FE5-BBB4-7119-69ADA486DDC2}"/>
                  </a:ext>
                </a:extLst>
              </p:cNvPr>
              <p:cNvSpPr txBox="1"/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(d)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=4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C7DFC9-2FE5-BBB4-7119-69ADA486D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710" y="3855262"/>
                <a:ext cx="863954" cy="369332"/>
              </a:xfrm>
              <a:prstGeom prst="rect">
                <a:avLst/>
              </a:prstGeom>
              <a:blipFill>
                <a:blip r:embed="rId10"/>
                <a:stretch>
                  <a:fillRect l="-6383" t="-8197" r="-496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45CD706-626C-2D80-4B8E-11476B228925}"/>
              </a:ext>
            </a:extLst>
          </p:cNvPr>
          <p:cNvSpPr txBox="1"/>
          <p:nvPr/>
        </p:nvSpPr>
        <p:spPr>
          <a:xfrm>
            <a:off x="4299634" y="-112914"/>
            <a:ext cx="4029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Excess pore pressure (kPa)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63AA6C-AE83-41F3-0A1E-86EF865AD32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2588"/>
          <a:stretch/>
        </p:blipFill>
        <p:spPr>
          <a:xfrm>
            <a:off x="2304943" y="355600"/>
            <a:ext cx="7551004" cy="66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6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1914</TotalTime>
  <Words>31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Alsardi, Abdelrahman Munther Kh</dc:creator>
  <cp:lastModifiedBy>Alsardi, Abdelrahman Munther Kh</cp:lastModifiedBy>
  <cp:revision>4</cp:revision>
  <dcterms:created xsi:type="dcterms:W3CDTF">2025-04-29T12:27:09Z</dcterms:created>
  <dcterms:modified xsi:type="dcterms:W3CDTF">2025-04-30T20:53:20Z</dcterms:modified>
</cp:coreProperties>
</file>